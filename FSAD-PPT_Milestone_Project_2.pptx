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0" r:id="rId14"/>
    <p:sldId id="265" r:id="rId15"/>
  </p:sldIdLst>
  <p:sldSz cx="18288000" cy="10287000"/>
  <p:notesSz cx="6858000" cy="9144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Gotham" panose="020B0604020202020204" charset="0"/>
      <p:regular r:id="rId20"/>
    </p:embeddedFont>
    <p:embeddedFont>
      <p:font typeface="Gotham Bold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8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120421" y="-133350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828800" y="6038358"/>
            <a:ext cx="152601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Events Campus Portal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73217" y="776477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 LIKITH KUMAR </a:t>
            </a:r>
            <a:r>
              <a:rPr lang="en-US" sz="3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– VTU24742– 23UECS1104.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90597" y="7478833"/>
            <a:ext cx="6914603" cy="208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S.Hemamalini.,M.E.,</a:t>
            </a:r>
            <a:r>
              <a:rPr lang="en-US" sz="3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Ph.D</a:t>
            </a:r>
            <a:endParaRPr lang="en-US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Professor(</a:t>
            </a:r>
            <a:r>
              <a:rPr lang="en-US" sz="3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enior</a:t>
            </a: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Grade)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907979" y="7478833"/>
            <a:ext cx="17101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Quality Education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76975" y="1558895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-The Smart Campus Event Management System is designed to simplify and automate the process of organizing campus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for students, faculty, and organizers to create, manage, and participate in events efficiently.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 by handling event scheduling, registrations, and notifications digitally.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enhances communication between organizers and participants through real-time updates and alerts.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ensures better coordination and avoids scheduling conflicts among multiple campus events.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promotes student engagement by making event discovery and participation easier and more accessible.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maintains event records, attendance, and feedback for future improvements.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aims to create a smart, organized, and technology-driven campus environment aligned with modern digital solutions.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144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event management is often handled manually, leading to inefficiency and delays.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platform to manage all events in one place.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frequently miss event updates due to poor communication channels.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scheduling conflicts occur because of lack of proper coordination.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registrations and participant data is time-consuming and error-prone.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tracking attendance and maintaining records.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collection and analysis after events are not properly managed.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absence of a smart digital system reduces student participation and event effectiveness.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4F96B-62EC-144B-AC4D-D80E768F6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486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Overall, the absence of a smart digital system reduces student participation and event effectiveness.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68870-F220-0305-BCA0-7ED18054E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Overall, the absence of a smart digital system reduces student participation and event effectiveness.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982349"/>
            <a:ext cx="153642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centralized Smart Campus Event Management System for efficient event scheduling and coordination.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digital platform that improves event participation, communication, and record management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efficiency of event registration and attendance tracking in campus events.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system in reducing scheduling conflicts and enhancing user experience.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590800" y="1548955"/>
            <a:ext cx="12649199" cy="1351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Smart Campus Event Management platform that centralizes all event-related activities.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organizers to create, schedule, and manage events through a single interface.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easily browse events, register online, and receive instant notifications.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automated scheduling to avoid clashes between multiple events.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manual processes, reducing paperwork and human errors.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 features ensure that users stay updated about event changes.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existing systems, it provides better data management, including attendance tracking and feedback collection.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improves efficiency, increases student participation, and offers a user-friendly and scalable solution.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31C8EB-5320-D18B-30FD-D3B9933C5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638300"/>
            <a:ext cx="101346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176975" y="1626609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106F8-5F1F-C72B-99D8-367FC79EE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332" y="1741462"/>
            <a:ext cx="13693067" cy="7516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1" y="1638300"/>
            <a:ext cx="14630400" cy="13419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-Frontend: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Used for styling the application structure (index.html, login.html, create.html).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CSS3: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using Vanilla CSS for UI elements, layouts, and visual aspects.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JavaScript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Implements dynamic interactions on the frontend without relying on extensive frontend frameworks</a:t>
            </a:r>
          </a:p>
          <a:p>
            <a:pPr marL="457200" indent="-457200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-Backend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underlying JavaScript runtime environment executing the server code.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Express.js: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Used as the web application framework to handle routing and backend API logic securely and efficiently.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-Database 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NoSQL database being used to store users, events, and other system data.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Mongoose: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 Object Data Modeling (ODM) library used to structure database schemas and interact easily with MongoDB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from Node.js.</a:t>
            </a:r>
          </a:p>
          <a:p>
            <a:pPr marL="457200" indent="-457200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 - To set up API routes quickly.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mongoose - To model database object schemas.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To encrypt user passwords.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To handle secure logins.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To keep secrets hidden.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To allow the frontend to safely talk to the backend.</a:t>
            </a:r>
          </a:p>
          <a:p>
            <a:pPr marL="457200" indent="-457200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,Node Package Manager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MongoDB, Code Editor, Web Browser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Standard Dual-core processor (1.6 GHz or faster is recommended).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RAM: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Minimum of 4GB (8GB recommended for running IDE + Node + DB + Browser  0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500mb of disk space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49394" y="2179897"/>
            <a:ext cx="1487894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registration, login, and profile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Processing: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main business logic and input processing.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storage, retrieval, and integrity.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Reporting &amp; Analytics: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and visual insights.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8BF5F-BE76-F2B2-415A-E39F96FAC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539146"/>
            <a:ext cx="9448800" cy="855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6E3AC-70B6-8B8C-B714-FEC786CBB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65169"/>
            <a:ext cx="14479121" cy="898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8606A-8A95-2388-5CB2-87158D1C7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9" y="1409700"/>
            <a:ext cx="14507089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38720" y="-353712"/>
            <a:ext cx="1104206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E6BEDE-924D-E311-2298-4E3A40672560}"/>
              </a:ext>
            </a:extLst>
          </p:cNvPr>
          <p:cNvSpPr txBox="1"/>
          <p:nvPr/>
        </p:nvSpPr>
        <p:spPr>
          <a:xfrm>
            <a:off x="2468987" y="1714500"/>
            <a:ext cx="1360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FFFFFF"/>
                </a:solidFill>
                <a:effectLst/>
                <a:latin typeface="ui-sans-serif"/>
              </a:rPr>
              <a:t> Advantages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997E5-E1F4-4580-2E23-91A4021CA0C8}"/>
              </a:ext>
            </a:extLst>
          </p:cNvPr>
          <p:cNvSpPr txBox="1"/>
          <p:nvPr/>
        </p:nvSpPr>
        <p:spPr>
          <a:xfrm>
            <a:off x="2071181" y="1569448"/>
            <a:ext cx="13672595" cy="353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32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Advantages: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managing all campus events efficiently.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Reduces manual work and paperwork through automation.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Improves communication via real-time notifications and updates.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Avoids scheduling conflicts with proper event planning features.</a:t>
            </a:r>
          </a:p>
          <a:p>
            <a:pPr>
              <a:spcAft>
                <a:spcPts val="300"/>
              </a:spcAft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7876ED-C46A-9296-9462-743DFC46B784}"/>
              </a:ext>
            </a:extLst>
          </p:cNvPr>
          <p:cNvSpPr txBox="1"/>
          <p:nvPr/>
        </p:nvSpPr>
        <p:spPr>
          <a:xfrm>
            <a:off x="2060307" y="4884179"/>
            <a:ext cx="1324370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Limitations: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for access and usage.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Initial setup and development cost may be high.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Users may need training to use the system effectively.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System failures or bugs can disrupt event management.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 security and privacy concerns must be handled properly.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alizelatform</a:t>
            </a:r>
            <a:r>
              <a:rPr lang="en-US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 efficiently.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through automation.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via real-time notifications and updates.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Avoids scheduling conflicts with proper event planning features.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1126</Words>
  <Application>Microsoft Office PowerPoint</Application>
  <PresentationFormat>Custom</PresentationFormat>
  <Paragraphs>354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Gotham</vt:lpstr>
      <vt:lpstr>Calibri</vt:lpstr>
      <vt:lpstr>ui-sans-serif</vt:lpstr>
      <vt:lpstr>Cambria</vt:lpstr>
      <vt:lpstr>Arial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likith kumar</dc:creator>
  <cp:lastModifiedBy>likith kumar</cp:lastModifiedBy>
  <cp:revision>21</cp:revision>
  <dcterms:created xsi:type="dcterms:W3CDTF">2006-08-16T00:00:00Z</dcterms:created>
  <dcterms:modified xsi:type="dcterms:W3CDTF">2026-05-06T08:35:31Z</dcterms:modified>
  <dc:identifier>DAHCaYqJ9OU</dc:identifier>
</cp:coreProperties>
</file>